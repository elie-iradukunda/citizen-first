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470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study title, case study area, presenter name, registration number, university, school and program. Mention that the project proposes a QR-based system for reporting corruption and service delivery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research is about making complaint reporting easier and safer. Emphasize transparency, timely response, and the role of QR codes in directing citizens to the correct reporting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background: Rwanda uses digital services, but citizen-facing local offices still need better systems for reporting problems and following up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clearly: manual complaint systems are hard to track. Citizens may not know where to report, and officers may not have a reliable case management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QR codes simplify access. The citizen scans, reports, receives a case number, and the institution manages the case through dashboards and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general objective first, then read the five specific objectives. Link every objective to a feature of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questions match the objectives. Mention that the research asks how the system should work and how it can improve reporting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value for each group: citizens, institutions, leaders or oversight bodies, and researchers.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framework. The platform connects citizens, institution users, administrators and outcomes through a single complaint management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research design, population and sample size, data collection methods and analysis methods. Keep it simple and connect methodology to system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three theories and how they support system design and evaluation. Then summarize that empirical evidence supports digital complaint and feedback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by stating the scope, acknowledging limitations, and concluding that SACCFP can improve citizen reporting, follow-up and accountability in public service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52" y="8626"/>
            <a:ext cx="12191695" cy="6858000"/>
          </a:xfrm>
          <a:prstGeom prst="rect">
            <a:avLst/>
          </a:prstGeom>
          <a:solidFill>
            <a:srgbClr val="10233D"/>
          </a:solidFill>
          <a:ln w="12700">
            <a:solidFill>
              <a:srgbClr val="102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566928"/>
            <a:ext cx="1097280" cy="301752"/>
          </a:xfrm>
          <a:prstGeom prst="roundRect">
            <a:avLst>
              <a:gd name="adj" fmla="val 24242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63550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6035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Anti-Corruption and Citizen Feedback Platform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QR Code Technology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58368" y="2542032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21B2A6">
              <a:alpha val="9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Case Study: Remera Sector Office, Gasabo District, City of Kigali, Rwanda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803904"/>
            <a:ext cx="5257800" cy="1984248"/>
          </a:xfrm>
          <a:prstGeom prst="roundRect">
            <a:avLst>
              <a:gd name="adj" fmla="val 3687"/>
            </a:avLst>
          </a:prstGeom>
          <a:solidFill>
            <a:srgbClr val="17334F"/>
          </a:solidFill>
          <a:ln w="13970">
            <a:solidFill>
              <a:srgbClr val="2B4D6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40782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Presented by: LYDIVINE KASINE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439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AF1"/>
                </a:solidFill>
              </a:rPr>
              <a:t>Reg No: 2305000371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46634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DEAF1"/>
                </a:solidFill>
              </a:rPr>
              <a:t>University of Kigali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AF1"/>
                </a:solidFill>
              </a:rPr>
              <a:t>School of Computing and Information Technology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AF1"/>
                </a:solidFill>
              </a:rPr>
              <a:t>Bachelor of Business Information Technology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AF1"/>
                </a:solidFill>
              </a:rPr>
              <a:t>June 2026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713232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F4FBFA"/>
          </a:solidFill>
          <a:ln w="15240">
            <a:solidFill>
              <a:srgbClr val="2B4D6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/mnt/data/saccfp_assets/title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5303520" cy="38404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601200" y="5074920"/>
            <a:ext cx="1554480" cy="1554480"/>
          </a:xfrm>
          <a:prstGeom prst="ellipse">
            <a:avLst/>
          </a:prstGeom>
          <a:solidFill>
            <a:srgbClr val="21B2A6">
              <a:alpha val="30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03920" y="5303520"/>
            <a:ext cx="914400" cy="914400"/>
          </a:xfrm>
          <a:prstGeom prst="ellipse">
            <a:avLst/>
          </a:prstGeom>
          <a:solidFill>
            <a:srgbClr val="EFB134">
              <a:alpha val="55000"/>
            </a:srgbClr>
          </a:solidFill>
          <a:ln w="12700">
            <a:solidFill>
              <a:srgbClr val="EFB1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155680" y="6355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B134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109728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1165860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Why this research matters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1481328"/>
            <a:ext cx="5806440" cy="4315968"/>
          </a:xfrm>
          <a:prstGeom prst="roundRect">
            <a:avLst>
              <a:gd name="adj" fmla="val 1907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792224"/>
            <a:ext cx="53492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study focuses on improving how citizens report corruption and service delivery problems.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institutions are expected to serve citizens in a transparent, timely, lawful and respectful way.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Citizens may face delays, unofficial payment requests, poor communication, intimidation or weak follow-up.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proposed platform allows citizens to scan QR codes, submit complaints and track progress clearly.</a:t>
            </a:r>
            <a:endParaRPr lang="en-US" sz="1600" dirty="0"/>
          </a:p>
        </p:txBody>
      </p:sp>
      <p:pic>
        <p:nvPicPr>
          <p:cNvPr id="17" name="Image 0" descr="/mnt/data/saccfp_assets/intro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43000"/>
            <a:ext cx="4754880" cy="4343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995160" y="5641848"/>
            <a:ext cx="4160520" cy="502920"/>
          </a:xfrm>
          <a:prstGeom prst="roundRect">
            <a:avLst>
              <a:gd name="adj" fmla="val 16364"/>
            </a:avLst>
          </a:prstGeom>
          <a:solidFill>
            <a:srgbClr val="F4FBFA"/>
          </a:solidFill>
          <a:ln w="1397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05472" y="580644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Core idea: safe, simple and traceable citizen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of the Study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background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4754880" cy="44805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13232" y="10972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3074C9"/>
          </a:solidFill>
          <a:ln w="12700">
            <a:solidFill>
              <a:srgbClr val="307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6384" y="116586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" y="1481328"/>
            <a:ext cx="5806440" cy="4343400"/>
          </a:xfrm>
          <a:prstGeom prst="roundRect">
            <a:avLst>
              <a:gd name="adj" fmla="val 1895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1755648"/>
            <a:ext cx="534924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Governments are increasingly using digital technologies to improve public service delivery and accountability.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Rwanda has made progress in e-government, digital identity and public service systems.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However, some challenges still exist at local service points where citizens meet public offices directly.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offices such as Remera Sector, citizens may need clearer guidance, safer reporting and stronger follow-up.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40880" y="5532120"/>
            <a:ext cx="3703320" cy="502920"/>
          </a:xfrm>
          <a:prstGeom prst="roundRect">
            <a:avLst>
              <a:gd name="adj" fmla="val 16364"/>
            </a:avLst>
          </a:prstGeom>
          <a:solidFill>
            <a:srgbClr val="F4FBFA"/>
          </a:solidFill>
          <a:ln w="1397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69480" y="568756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33D"/>
                </a:solidFill>
              </a:rPr>
              <a:t>Digital governance must reach local service points.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problem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15568"/>
            <a:ext cx="5029200" cy="42519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13232" y="109728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25041"/>
          </a:solidFill>
          <a:ln w="12700">
            <a:solidFill>
              <a:srgbClr val="E2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6384" y="116586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Main problem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" y="1481328"/>
            <a:ext cx="5715000" cy="4343400"/>
          </a:xfrm>
          <a:prstGeom prst="roundRect">
            <a:avLst>
              <a:gd name="adj" fmla="val 1895"/>
            </a:avLst>
          </a:prstGeom>
          <a:solidFill>
            <a:srgbClr val="FFFDFB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1737360"/>
            <a:ext cx="525780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52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 complaint and feedback processes are often manual, fragmented and weakly traceable.</a:t>
            </a:r>
            <a:endParaRPr lang="en-US" sz="152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2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Citizens may not know where to report or may move from one office to another without clear guidance.</a:t>
            </a:r>
            <a:endParaRPr lang="en-US" sz="152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2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citizens may fear exposing their identity when reporting corruption.</a:t>
            </a:r>
            <a:endParaRPr lang="en-US" sz="152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2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Verbal or paper-based complaints may have no case number, deadline or escalation path.</a:t>
            </a:r>
            <a:endParaRPr lang="en-US" sz="152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2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can cause poor follow-up, low trust, repeated visits and weak accountability.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solution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1078992"/>
            <a:ext cx="6001207" cy="4434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13232" y="10972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6384" y="116586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SACCFP platform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" y="1481328"/>
            <a:ext cx="5577840" cy="4389120"/>
          </a:xfrm>
          <a:prstGeom prst="roundRect">
            <a:avLst>
              <a:gd name="adj" fmla="val 1875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1764792"/>
            <a:ext cx="5120640" cy="3611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55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Smart Anti-Corruption and Citizen Feedback Platform using QR code technology.</a:t>
            </a:r>
            <a:endParaRPr lang="en-US" sz="155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5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institution can have a unique QR code linked to the correct service or reporting page.</a:t>
            </a:r>
            <a:endParaRPr lang="en-US" sz="155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5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Citizens can submit complaints, attach evidence, use voice notes, receive a case number and track progress.</a:t>
            </a:r>
            <a:endParaRPr lang="en-US" sz="155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55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Officers and administrators monitor complaints through dashboards, respond to cases and escalate sensitive or unresolved issues.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objectives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05840"/>
            <a:ext cx="4754880" cy="4526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1143000"/>
            <a:ext cx="5715000" cy="1417320"/>
          </a:xfrm>
          <a:prstGeom prst="roundRect">
            <a:avLst>
              <a:gd name="adj" fmla="val 5806"/>
            </a:avLst>
          </a:prstGeom>
          <a:solidFill>
            <a:srgbClr val="F4FBFA"/>
          </a:solidFill>
          <a:ln w="1397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1307592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18C"/>
                </a:solidFill>
              </a:rPr>
              <a:t>General Objective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" y="161848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0233D"/>
                </a:solidFill>
              </a:rPr>
              <a:t>To design and prototype a smart anti-corruption and citizen feedback platform that enables citizens to report corruption and public service challenges through QR code access, structured reporting and accountable follow-up.</a:t>
            </a:r>
            <a:endParaRPr lang="en-US" sz="1170" dirty="0"/>
          </a:p>
        </p:txBody>
      </p:sp>
      <p:sp>
        <p:nvSpPr>
          <p:cNvPr id="17" name="Shape 14"/>
          <p:cNvSpPr/>
          <p:nvPr/>
        </p:nvSpPr>
        <p:spPr>
          <a:xfrm>
            <a:off x="658368" y="2761488"/>
            <a:ext cx="5715000" cy="3337560"/>
          </a:xfrm>
          <a:prstGeom prst="roundRect">
            <a:avLst>
              <a:gd name="adj" fmla="val 2466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2962656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D"/>
                </a:solidFill>
              </a:rPr>
              <a:t>Specific Objectives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8680" y="3310128"/>
            <a:ext cx="530352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3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 QR-based access model.</a:t>
            </a:r>
            <a:endParaRPr lang="en-US" sz="13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3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Develop a structured complaint and feedback workflow.</a:t>
            </a:r>
            <a:endParaRPr lang="en-US" sz="13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3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 text, evidence attachment and voice-based reporting.</a:t>
            </a:r>
            <a:endParaRPr lang="en-US" sz="13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3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 dashboard monitoring and escalation functions.</a:t>
            </a:r>
            <a:endParaRPr lang="en-US" sz="13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3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Demonstrate the prototype for citizen reporting and institutional response.</a:t>
            </a:r>
            <a:endParaRPr lang="en-US" sz="13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questions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029200" cy="4389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1188720"/>
            <a:ext cx="5715000" cy="4892040"/>
          </a:xfrm>
          <a:prstGeom prst="roundRect">
            <a:avLst>
              <a:gd name="adj" fmla="val 1682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1600200"/>
            <a:ext cx="5257800" cy="3749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can QR code access direct citizens to the correct institutional reporting point?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can structured complaint workflows support text, evidence and voice-note reporting?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can dashboards and escalation improve accountability and follow-up?</a:t>
            </a:r>
            <a:endParaRPr lang="en-US" sz="160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60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can the prototype demonstrate citizen reporting, institutional response and service improvement?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Significance of the Study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significance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69848"/>
            <a:ext cx="4983480" cy="4434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1143000"/>
            <a:ext cx="5715000" cy="4956048"/>
          </a:xfrm>
          <a:prstGeom prst="roundRect">
            <a:avLst>
              <a:gd name="adj" fmla="val 1661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96112" y="1453896"/>
            <a:ext cx="420624" cy="420624"/>
          </a:xfrm>
          <a:prstGeom prst="ellipse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96112" y="1508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1417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233D"/>
                </a:solidFill>
              </a:rPr>
              <a:t>Citizens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417320" y="17007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58699"/>
                </a:solidFill>
              </a:rPr>
              <a:t>Provides easier, safer and clearer reporting.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6112" y="2551176"/>
            <a:ext cx="420624" cy="420624"/>
          </a:xfrm>
          <a:prstGeom prst="ellipse">
            <a:avLst/>
          </a:prstGeom>
          <a:solidFill>
            <a:srgbClr val="3074C9"/>
          </a:solidFill>
          <a:ln w="12700">
            <a:solidFill>
              <a:srgbClr val="307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96112" y="2606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17320" y="25146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233D"/>
                </a:solidFill>
              </a:rPr>
              <a:t>Public institutions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1417320" y="279806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58699"/>
                </a:solidFill>
              </a:rPr>
              <a:t>Improves complaint records, routing, response and monitoring.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96112" y="3648456"/>
            <a:ext cx="420624" cy="420624"/>
          </a:xfrm>
          <a:prstGeom prst="ellipse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96112" y="37033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17320" y="36118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233D"/>
                </a:solidFill>
              </a:rPr>
              <a:t>Leaders and oversight bodies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1417320" y="38953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58699"/>
                </a:solidFill>
              </a:rPr>
              <a:t>Provides dashboard data for delays, trends and corruption-risk points.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96112" y="4745736"/>
            <a:ext cx="420624" cy="420624"/>
          </a:xfrm>
          <a:prstGeom prst="ellipse">
            <a:avLst/>
          </a:prstGeom>
          <a:solidFill>
            <a:srgbClr val="3A9659"/>
          </a:solidFill>
          <a:ln w="12700">
            <a:solidFill>
              <a:srgbClr val="3A96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96112" y="48006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17320" y="47091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233D"/>
                </a:solidFill>
              </a:rPr>
              <a:t>Researcher and future scholars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1417320" y="49926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58699"/>
                </a:solidFill>
              </a:rPr>
              <a:t>Connects business information technology, digital governance and system design.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Conceptual Framework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1485667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2280" y="1901952"/>
            <a:ext cx="434340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E577F4-0D65-B3EC-A0C0-FD1C6C966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810468"/>
            <a:ext cx="8581558" cy="46817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4B7C07-EA35-D811-2CF8-22D905B208DE}"/>
              </a:ext>
            </a:extLst>
          </p:cNvPr>
          <p:cNvSpPr txBox="1"/>
          <p:nvPr/>
        </p:nvSpPr>
        <p:spPr>
          <a:xfrm>
            <a:off x="329184" y="908754"/>
            <a:ext cx="6383546" cy="950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Conceptual Framework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 roles and actions around the SACCFP QR platform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Methodology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methodology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60120"/>
            <a:ext cx="4709160" cy="4343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1133856"/>
            <a:ext cx="5669280" cy="4983480"/>
          </a:xfrm>
          <a:prstGeom prst="roundRect">
            <a:avLst>
              <a:gd name="adj" fmla="val 1651"/>
            </a:avLst>
          </a:prstGeom>
          <a:solidFill>
            <a:srgbClr val="FBFDFF"/>
          </a:solidFill>
          <a:ln w="1397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" y="137160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18C"/>
                </a:solidFill>
              </a:rPr>
              <a:t>Methodological Approach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7824" y="1737360"/>
            <a:ext cx="516636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sz="12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Approach: mixed methods, combining qualitative and quantitative methods.</a:t>
            </a:r>
            <a:endParaRPr lang="en-US" sz="12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2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 study: Remera Sector Office in Gasabo District.</a:t>
            </a:r>
            <a:endParaRPr lang="en-US" sz="1270" dirty="0">
              <a:solidFill>
                <a:srgbClr val="10233D"/>
              </a:solidFill>
              <a:latin typeface="Aptos" pitchFamily="34" charset="0"/>
            </a:endParaRPr>
          </a:p>
          <a:p>
            <a:pPr marL="0" indent="0">
              <a:lnSpc>
                <a:spcPct val="93000"/>
              </a:lnSpc>
              <a:buNone/>
            </a:pPr>
            <a:endParaRPr lang="en-US" sz="12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2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Estimated population: 1,600; sample size: approximately 350 respondents using Yamane’s formula.</a:t>
            </a:r>
            <a:endParaRPr lang="en-US" sz="1270" dirty="0"/>
          </a:p>
          <a:p>
            <a:pPr marL="0" indent="0">
              <a:lnSpc>
                <a:spcPct val="93000"/>
              </a:lnSpc>
              <a:buNone/>
            </a:pPr>
            <a:r>
              <a:rPr lang="en-US" sz="1270" dirty="0">
                <a:solidFill>
                  <a:srgbClr val="10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collection: observation, interviews, questionnaires, documentation review and prototype review checklist.</a:t>
            </a:r>
            <a:endParaRPr lang="en-US" sz="12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7401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/>
              <a:t>Population and Sample Selection</a:t>
            </a:r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84848" y="14173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84848" y="1810512"/>
            <a:ext cx="425196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endParaRPr lang="en-US" sz="128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3963AC-AAEA-539E-F212-498A1609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3" y="1024129"/>
            <a:ext cx="7728923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-640080"/>
            <a:ext cx="2880360" cy="2880360"/>
          </a:xfrm>
          <a:prstGeom prst="ellipse">
            <a:avLst/>
          </a:prstGeom>
          <a:solidFill>
            <a:srgbClr val="E8F5FA">
              <a:alpha val="92000"/>
            </a:srgbClr>
          </a:solidFill>
          <a:ln w="12700">
            <a:solidFill>
              <a:srgbClr val="E8F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0" y="-109728"/>
            <a:ext cx="1051560" cy="1051560"/>
          </a:xfrm>
          <a:prstGeom prst="ellipse">
            <a:avLst/>
          </a:prstGeom>
          <a:solidFill>
            <a:srgbClr val="21B2A6">
              <a:alpha val="82000"/>
            </a:srgbClr>
          </a:solidFill>
          <a:ln w="12700">
            <a:solidFill>
              <a:srgbClr val="21B2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6492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Anti-Corruption and Citizen Feedback Platform | University of Kigali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3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Scope, Limitations and Conclusion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841248"/>
            <a:ext cx="1143000" cy="73152"/>
          </a:xfrm>
          <a:prstGeom prst="roundRect">
            <a:avLst>
              <a:gd name="adj" fmla="val 37500"/>
            </a:avLst>
          </a:prstGeom>
          <a:solidFill>
            <a:srgbClr val="00918C"/>
          </a:solidFill>
          <a:ln w="1270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56232" y="841248"/>
            <a:ext cx="475488" cy="73152"/>
          </a:xfrm>
          <a:prstGeom prst="roundRect">
            <a:avLst>
              <a:gd name="adj" fmla="val 37500"/>
            </a:avLst>
          </a:prstGeom>
          <a:solidFill>
            <a:srgbClr val="EFB134"/>
          </a:solidFill>
          <a:ln w="1270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saccfp_assets/conclusion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51560"/>
            <a:ext cx="4023360" cy="42519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1133856"/>
            <a:ext cx="6400800" cy="1417320"/>
          </a:xfrm>
          <a:prstGeom prst="roundRect">
            <a:avLst>
              <a:gd name="adj" fmla="val 5806"/>
            </a:avLst>
          </a:prstGeom>
          <a:solidFill>
            <a:srgbClr val="F4FBFA"/>
          </a:solidFill>
          <a:ln w="13970">
            <a:solidFill>
              <a:srgbClr val="0091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135331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18C"/>
                </a:solidFill>
              </a:rPr>
              <a:t>Scope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166420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0233D"/>
                </a:solidFill>
              </a:rPr>
              <a:t>The study focuses on Remera Sector Office, Gasabo District, during the 2025/2026 academic period. It covers QR access, complaint submission, feedback tracking, voice-note support, evidence attachment, dashboards and escalation.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658368" y="2770632"/>
            <a:ext cx="6400800" cy="1325880"/>
          </a:xfrm>
          <a:prstGeom prst="roundRect">
            <a:avLst>
              <a:gd name="adj" fmla="val 6207"/>
            </a:avLst>
          </a:prstGeom>
          <a:solidFill>
            <a:srgbClr val="FFFDFB"/>
          </a:solidFill>
          <a:ln w="13970">
            <a:solidFill>
              <a:srgbClr val="EF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297180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B134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331012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0233D"/>
                </a:solidFill>
              </a:rPr>
              <a:t>Limitations include proposal-stage implementation, limited field validation, privacy sensitivity and no nationwide deployment.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658368" y="4352544"/>
            <a:ext cx="6400800" cy="1554480"/>
          </a:xfrm>
          <a:prstGeom prst="roundRect">
            <a:avLst>
              <a:gd name="adj" fmla="val 5294"/>
            </a:avLst>
          </a:prstGeom>
          <a:solidFill>
            <a:srgbClr val="F4FBFA"/>
          </a:solidFill>
          <a:ln w="13970">
            <a:solidFill>
              <a:srgbClr val="3A96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457200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9659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4400" y="4919472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0233D"/>
                </a:solidFill>
              </a:rPr>
              <a:t>The project proposes a practical digital solution that can reduce confusion, improve complaint follow-up, protect citizens and strengthen accountability in public service delivery.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1203</Words>
  <Application>Microsoft Office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Anti-Corruption and Citizen Feedback Platform Using QR Code Technology</dc:title>
  <dc:subject>Smart Anti-Corruption and Citizen Feedback Platform Using QR Code Technology</dc:subject>
  <dc:creator>OpenAI</dc:creator>
  <cp:lastModifiedBy>Elie IRADUKUNDA</cp:lastModifiedBy>
  <cp:revision>4</cp:revision>
  <dcterms:created xsi:type="dcterms:W3CDTF">2026-06-16T13:43:08Z</dcterms:created>
  <dcterms:modified xsi:type="dcterms:W3CDTF">2026-06-17T19:40:14Z</dcterms:modified>
</cp:coreProperties>
</file>